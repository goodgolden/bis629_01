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579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43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37776" y="402336"/>
            <a:ext cx="1984248" cy="1984248"/>
          </a:xfrm>
          <a:prstGeom prst="ellipse">
            <a:avLst/>
          </a:prstGeom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ranney_deck/ranney_photo_s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457200"/>
            <a:ext cx="1874520" cy="1874520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89720" y="24414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Megan Ranney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89720" y="277063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Dean, Yale School of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"/>
            <a:ext cx="8732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YSPH Dean Ranney’s current views on AI in public health and education: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63677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70432" y="1572768"/>
            <a:ext cx="7818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obligation to positively declare where AIs can provide value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49021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2490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2426208"/>
            <a:ext cx="7818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obligation to disclose when we use AIs — what model, what purpose — the same way we cite our data analytic tools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367893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3678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3614928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obligation to evaluate AI: accuracy, equity, better predictions, better access, fewer negative health consequences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53237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4532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170432" y="4468368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obligation to help students do what only humans can: listen, strategize, stay curious, collaborate, think critically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538581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48640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170432" y="5321808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obligation to be honest about what we don’t yet know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9984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D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 used AI in creating this slide!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Spiegelman, Donna</cp:lastModifiedBy>
  <cp:revision>1</cp:revision>
  <dcterms:created xsi:type="dcterms:W3CDTF">2026-08-31T21:39:26Z</dcterms:created>
  <dcterms:modified xsi:type="dcterms:W3CDTF">2026-08-31T21:45:09Z</dcterms:modified>
</cp:coreProperties>
</file>